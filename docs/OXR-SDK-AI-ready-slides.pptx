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389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74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88736" y="2240280"/>
            <a:ext cx="420624" cy="420624"/>
          </a:xfrm>
          <a:prstGeom prst="ellipse">
            <a:avLst/>
          </a:prstGeom>
          <a:solidFill>
            <a:srgbClr val="5C7FD0"/>
          </a:solidFill>
          <a:ln/>
        </p:spPr>
      </p:sp>
      <p:sp>
        <p:nvSpPr>
          <p:cNvPr id="3" name="Shape 1"/>
          <p:cNvSpPr/>
          <p:nvPr/>
        </p:nvSpPr>
        <p:spPr>
          <a:xfrm>
            <a:off x="5870448" y="2907792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546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-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OXR-SDK는 AI-Ready 되었는가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2CF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문서와 패키지만으로, 사람의 암묵지 없이 — AI가 검증 가능하게 작동하는 산출물을 만드는가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-50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발표의 주장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프레임워크가 </a:t>
            </a:r>
            <a:r>
              <a:rPr lang="en-US" sz="1600" i="1" dirty="0">
                <a:solidFill>
                  <a:srgbClr val="5C7F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AI-ready</a:t>
            </a: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 됐다 — </a:t>
            </a:r>
            <a:r>
              <a:rPr lang="en-US" sz="16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OXR-SDK가 그 사례</a:t>
            </a:r>
            <a:endParaRPr lang="en-US" sz="1600" dirty="0"/>
          </a:p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주인공은 XRCollabDemo가 아님 → XRCollabDemo는 AI-ready의 </a:t>
            </a:r>
            <a:r>
              <a:rPr lang="en-US" sz="16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0908792" cy="1417320"/>
          </a:xfrm>
          <a:prstGeom prst="rect">
            <a:avLst/>
          </a:prstGeom>
          <a:solidFill>
            <a:srgbClr val="F2F0E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514600"/>
            <a:ext cx="64008" cy="1417320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14600"/>
            <a:ext cx="104515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AI-ready 정의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33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SDK의 문서·패키지만으로, 사람의 암묵지 없이,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33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에이전트가 검증 가능하게 작동하는 산출물을 만들 수 있는 상태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증명</a:t>
            </a: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문서만 보고 작동 룸을 자율 빌드·검증</a:t>
            </a:r>
            <a:endParaRPr lang="en-US" sz="1700" dirty="0"/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아님 (Phase 5)</a:t>
            </a: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문장 하나로 임의의 룸을 합성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C2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-50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 추진 배경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병목의 이동: "사람이 짤 수 있는가" → </a:t>
            </a:r>
            <a:r>
              <a:rPr lang="en-US" sz="16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"AI가 쓸 수 있는가"</a:t>
            </a:r>
            <a:endParaRPr lang="en-US" sz="1600" dirty="0"/>
          </a:p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DX(개발자 경험) → AX(에이전트 경험)</a:t>
            </a: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전환</a:t>
            </a:r>
            <a:endParaRPr lang="en-US" sz="1600" dirty="0"/>
          </a:p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legible하지 않은 프레임워크 = 마찰 → 도태</a:t>
            </a: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"그냥 클론하면 되지 않나?"</a:t>
            </a:r>
            <a:endParaRPr lang="en-US" sz="1600" dirty="0"/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정적 샘플 클론 = 결과물 동결 → 작동 지식은 </a:t>
            </a:r>
            <a:r>
              <a:rPr lang="en-US" sz="1600" b="1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안에 숨음</a:t>
            </a:r>
            <a:endParaRPr lang="en-US" sz="1600" dirty="0"/>
          </a:p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발만 벗어나면 다시 내부 지식 필요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C2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-50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 — '스포너 클론' 발견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"되던" 룸이 작동한 진짜 이유:</a:t>
            </a:r>
            <a:endParaRPr lang="en-US" sz="1600" dirty="0"/>
          </a:p>
          <a:p>
            <a:pPr marL="457200" lvl="1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 스포너를 원본 </a:t>
            </a:r>
            <a:r>
              <a:rPr lang="en-US" sz="16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Room.unity</a:t>
            </a: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</a:t>
            </a:r>
            <a:r>
              <a:rPr lang="en-US" sz="1600" b="1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통째로 복제</a:t>
            </a:r>
            <a:endParaRPr lang="en-US" sz="1600" dirty="0"/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스크립트로 직접 생성 → scene id 못 받음</a:t>
            </a:r>
            <a:endParaRPr lang="en-US" sz="1600" dirty="0"/>
          </a:p>
          <a:p>
            <a:pPr marL="457200" lvl="1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입장 시 </a:t>
            </a:r>
            <a:r>
              <a:rPr lang="en-US" sz="16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"Failed to confirm the access"</a:t>
            </a: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거부</a:t>
            </a:r>
            <a:endParaRPr lang="en-US" sz="1600" dirty="0"/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프리팹으로 인스턴스화 → </a:t>
            </a:r>
            <a:r>
              <a:rPr lang="en-US" sz="1600" b="1" dirty="0">
                <a:solidFill>
                  <a:srgbClr val="168A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F2F0E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074920"/>
            <a:ext cx="64008" cy="868680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5074920"/>
            <a:ext cx="10451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3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숨은 규칙을 문서·계약으로 끄집어내는 것이 </a:t>
            </a:r>
            <a:r>
              <a:rPr lang="en-US" sz="16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AI-ready 작업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C2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-50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2) 추진 내용 — ① 절차서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흩어진 OXR-SDK 문서 → </a:t>
            </a:r>
            <a:r>
              <a:rPr lang="en-US" sz="1600" b="1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작동 룸 조립 절차서 한 편</a:t>
            </a: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정리</a:t>
            </a:r>
            <a:endParaRPr lang="en-US" sz="1600" dirty="0"/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출처(README·gitbook)의 빈틈:</a:t>
            </a:r>
            <a:endParaRPr lang="en-US" sz="1600" dirty="0"/>
          </a:p>
          <a:p>
            <a:pPr marL="457200" lvl="1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스포너는 </a:t>
            </a:r>
            <a:r>
              <a:rPr lang="en-US" sz="1600" b="1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프리팹이어야 한다</a:t>
            </a:r>
            <a:endParaRPr lang="en-US" sz="1600" dirty="0"/>
          </a:p>
          <a:p>
            <a:pPr marL="457200" lvl="1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작동 불변식 </a:t>
            </a:r>
            <a:r>
              <a:rPr lang="en-US" sz="1600" b="1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C1~C4</a:t>
            </a:r>
            <a:endParaRPr lang="en-US" sz="1600" dirty="0"/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문서 하나로 → 입장 · 아바타 스폰 · 이동 가능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C2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-50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2) 추진 내용 — ② AI 자율 빌드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+ MCP만으로</a:t>
            </a: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새 룸 생성 → 빌드 → 검증 전 과정 자율 수행</a:t>
            </a:r>
            <a:endParaRPr lang="en-US" sz="1700" dirty="0"/>
          </a:p>
          <a:p>
            <a:pPr marL="228600" indent="-228600">
              <a:lnSpc>
                <a:spcPct val="130000"/>
              </a:lnSpc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씬 생성 · 네트워크 프리팹 배치 · 스포너 인스턴스화</a:t>
            </a:r>
            <a:endParaRPr lang="en-US" sz="1700" dirty="0"/>
          </a:p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빌드 · 실행 · 로그 판독 · 작동 검증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83280"/>
          <a:ext cx="10881360" cy="22677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에이전트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Code (claude-sonnet-4-6)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Unity 연동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MCP → Unity 에디터, 포트 27826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XRCollabDemo, Unity 6000.3.11f1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C2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-50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 검증 결과 — 서버 등록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"그럴듯한 룸"이 아니라 </a:t>
            </a:r>
            <a:r>
              <a:rPr lang="en-US" sz="17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증명 가능하게 작동하는 룸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Scene: BasicRoom</a:t>
            </a:r>
            <a:endParaRPr lang="en-US" sz="15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0 is successfully validated</a:t>
            </a:r>
            <a:endParaRPr lang="en-US" sz="15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마스터 서버 </a:t>
            </a:r>
            <a:r>
              <a:rPr lang="en-US" sz="15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192.168.50.49:5000</a:t>
            </a: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listening, </a:t>
            </a:r>
            <a:r>
              <a:rPr lang="en-US" sz="15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Spawner successfully created</a:t>
            </a:r>
            <a:endParaRPr lang="en-US" sz="15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룸 서버 </a:t>
            </a:r>
            <a:r>
              <a:rPr lang="en-US" sz="15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:7777</a:t>
            </a: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5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registered successfully</a:t>
            </a:r>
            <a:endParaRPr lang="en-US" sz="15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방: </a:t>
            </a:r>
            <a:r>
              <a:rPr lang="en-US" sz="15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Room-1A5C-ED20-3935</a:t>
            </a: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ID 0 / 최대 10명 / Public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C2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-50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 검증 결과 — 화면 전환 &amp; 아바타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룸 전환 (자동)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로비 씬 </a:t>
            </a:r>
            <a:r>
              <a:rPr lang="en-US" sz="15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언로드 → BasicRoom 로드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로비 UI </a:t>
            </a:r>
            <a:r>
              <a:rPr lang="en-US" sz="15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C-MasterCanvas</a:t>
            </a: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사라짐 — 별도 처리 없이 자동</a:t>
            </a:r>
            <a:endParaRPr lang="en-US" sz="1600" dirty="0"/>
          </a:p>
          <a:p>
            <a:pPr marL="0" indent="0">
              <a:lnSpc>
                <a:spcPct val="135000"/>
              </a:lnSpc>
              <a:spcBef>
                <a:spcPts val="1200"/>
              </a:spcBef>
              <a:buNone/>
            </a:pPr>
            <a:r>
              <a:rPr lang="en-US" sz="16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아바타 스폰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NetworkObjects=5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Desktop(Clone)</a:t>
            </a: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+ </a:t>
            </a:r>
            <a:r>
              <a:rPr lang="en-US" sz="15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mixamorig:Hips</a:t>
            </a: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+ 플랫폼 루트 모두 </a:t>
            </a:r>
            <a:r>
              <a:rPr lang="en-US" sz="15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scene=BasicRoom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아바타 카메라 활성, 게임뷰에 룸 표시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C2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-50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 검증 결과 — 콘텐츠 플러그인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기능(Ruler)을 계약 </a:t>
            </a:r>
            <a:r>
              <a:rPr lang="en-US" sz="17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IToggleableContent</a:t>
            </a: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위에 재구현</a:t>
            </a:r>
            <a:endParaRPr lang="en-US" sz="17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룸 코어에 자기등록 → 활성화 시 측정선 + 거리 라벨 </a:t>
            </a:r>
            <a:r>
              <a:rPr lang="en-US" sz="1700" dirty="0">
                <a:solidFill>
                  <a:srgbClr val="33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4.00m</a:t>
            </a: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렌더</a:t>
            </a:r>
            <a:endParaRPr lang="en-US" sz="17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원본(DeepChairProject) 앱 레이어 의존 </a:t>
            </a:r>
            <a:r>
              <a:rPr lang="en-US" sz="1700" b="1" dirty="0">
                <a:solidFill>
                  <a:srgbClr val="168A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계약 위 클린 재구현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C2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-50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기준 — 작동 불변식 C1~C4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2834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불변식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40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프리팹 컬렉션이 서버·클라이언트에서 일치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40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플레이어 스폰은 지정 스포너 프리팹으로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40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룸 진입/이탈 시 씬이 정확히 전환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40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서버 Master+Room · 에디터 Client+Room 동시 로드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61772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기준 자체가 구조화 → AI가 맞/틀림을 </a:t>
            </a:r>
            <a:r>
              <a:rPr lang="en-US" sz="16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스스로 판단</a:t>
            </a: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8A8D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"검증 가능"의 실체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C2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-50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4) 결론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OXR-SDK는 AI-Ready 되었다</a:t>
            </a:r>
            <a:r>
              <a:rPr lang="en-US" sz="19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정의를 충족</a:t>
            </a:r>
            <a:endParaRPr lang="en-US" sz="1900" dirty="0"/>
          </a:p>
          <a:p>
            <a:pPr marL="0" indent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500" dirty="0" err="1">
                <a:solidFill>
                  <a:srgbClr val="8A8D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r>
              <a:rPr lang="en-US" sz="1500" dirty="0">
                <a:solidFill>
                  <a:srgbClr val="8A8D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500" dirty="0">
                <a:solidFill>
                  <a:srgbClr val="8A8D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</a:t>
            </a:r>
            <a:r>
              <a:rPr lang="en-US" sz="1500" dirty="0">
                <a:solidFill>
                  <a:srgbClr val="8A8D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가지: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작동 규칙 명시 문서화 (C1~C4, 스포너=프리팹)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Font typeface="+mj-lt"/>
              <a:buAutoNum type="arabicPeriod"/>
            </a:pPr>
            <a:r>
              <a:rPr lang="en-US" sz="1600" dirty="0" err="1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기준이 구조화됨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암묵지 없이 AI가 처음부터 작동 룸 재현·검증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C2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-50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XRCollabDemo의 위상 변화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기존: 받아서 그대로 실행하는 </a:t>
            </a:r>
            <a:r>
              <a:rPr lang="en-US" sz="1700" b="1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정적 다운로드 샘플</a:t>
            </a:r>
            <a:endParaRPr lang="en-US" sz="1700" dirty="0"/>
          </a:p>
          <a:p>
            <a:pPr marL="228600" indent="-2286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이제: 프레임워크 위에서 프롬프트로 제공해도 이 결과</a:t>
            </a:r>
            <a:endParaRPr lang="en-US" sz="1700" dirty="0"/>
          </a:p>
          <a:p>
            <a:pPr marL="457200" lvl="1" indent="-2286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700" b="1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재생성·검증 가능한 레퍼런스</a:t>
            </a:r>
            <a:r>
              <a:rPr lang="en-US" sz="17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best sample 사용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0908792" cy="1280160"/>
          </a:xfrm>
          <a:prstGeom prst="rect">
            <a:avLst/>
          </a:prstGeom>
          <a:solidFill>
            <a:srgbClr val="F2F0E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4206240"/>
            <a:ext cx="64008" cy="1280160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4206240"/>
            <a:ext cx="104515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33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경계: 오늘 완료 = "문서만 보고 작동 룸 자율 빌드·검증"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33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= "문장 하나로 임의의 룸 합성"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C2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-50" dirty="0">
                <a:solidFill>
                  <a:srgbClr val="1E4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5) 향후 계획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DeepChairProject처럼 </a:t>
            </a:r>
            <a:r>
              <a:rPr lang="en-US" sz="1500" b="1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기능을 자연어로 설명해 생성</a:t>
            </a:r>
            <a:endParaRPr lang="en-US" sz="1500" dirty="0"/>
          </a:p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제너레이티브 UI — 레지스트리 → 아이콘 그리드 → 토글 </a:t>
            </a:r>
            <a:r>
              <a:rPr lang="en-US" sz="1500" b="1" dirty="0">
                <a:solidFill>
                  <a:srgbClr val="33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런치패드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881360" cy="380390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Phase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룸 베이스 (네트워크+아바타+UI 전환, C1~C4)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8A4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 규격 (IToggleableContent, 씬 계층 표준)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8A4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Ruler 파일럿 (계약 위 클린 재구현·검증)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8A4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씬 계층 표준화 (SYSTEMS/ENVIRONMENT/UI/FEATURES/_DYNAMIC)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8A4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런치패드 UI — 레지스트리 → 아이콘 그리드 → 토글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8D9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스킬화 — /RoomContent-&lt;feature&gt; + LLM 생성 템플릿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8D9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6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합성+하네스 — /promptscene + C1~C4 자동 검증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8D9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8428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C2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40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→ 5가 닫히면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9718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-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한 줄 → 작동하는 협업 룸 + 자동 검증 리포트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2CF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오늘은 그 기반이 증명됐다는 보고입니다.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795</Words>
  <Application>Microsoft Office PowerPoint</Application>
  <PresentationFormat>와이드스크린</PresentationFormat>
  <Paragraphs>141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Pretendard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OXR-SDK는 AI-Ready 되었는가</dc:title>
  <dc:subject>PptxGenJS Presentation</dc:subject>
  <dc:creator>OXR Research</dc:creator>
  <cp:lastModifiedBy>master</cp:lastModifiedBy>
  <cp:revision>2</cp:revision>
  <dcterms:created xsi:type="dcterms:W3CDTF">2026-06-16T01:28:46Z</dcterms:created>
  <dcterms:modified xsi:type="dcterms:W3CDTF">2026-06-16T01:31:17Z</dcterms:modified>
</cp:coreProperties>
</file>